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5958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18082-2A41-166F-F62D-6FC062D7F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A73613-30B5-1B3B-19E8-527BCD1C8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77C31F-9781-EDEF-7CA2-62287358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54402F-924B-C296-6721-BE4747AC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9516D-A5C2-18C7-EF13-42DD07FF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54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BAF1B1-A359-8847-3B23-7373F5C5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5823BD-FD95-16ED-CF3A-8759EA10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E8D56-91DB-B9E6-D144-A05D94530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5FE10F-2439-9B7C-99AC-6857A165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7EBC07-D626-28F0-E204-E7E28F95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44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E296A-C904-0B04-44A5-91C0974D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E68A3E-633A-2F44-5DD1-0E296715A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D34AA-19B2-DDDB-D292-3526959E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3E3093-DF3C-E21D-C862-FBB19DDE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68F3B-DD81-9A9A-781E-06C02CD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47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B0E4B-F24F-1BFE-C409-CA4EFCCC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00106-383D-405C-6BAE-C422463EF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FD01DE-227C-80F7-A294-F7CAB46B2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F8AC62-0FEC-CA0C-B8C2-3700D4B4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D954F2-12ED-8600-A1DA-D7B7EF1F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73A422-9A9C-57BB-157D-1D496201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23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B0666-2975-5657-5603-F5584A6D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A10CB2-D0C2-5CAE-E3A9-0E449DC96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AC0F25-3A3C-3896-8824-38FF39DF8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937768-26D2-63D3-E5B2-BB2E22A68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4D1BDB7-25D9-742F-6E16-9BBD26B4E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43AA7C-3320-F51D-9E20-320C29EC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860A066-6A05-314C-9450-788754D19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2CCC82-8CFF-36F3-8C66-B5F60CBB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82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46E96B-8CA3-BE7F-3401-CEDDC424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D1A8D0-166F-3E67-7E72-18DBFED0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4CC87B-713C-F82B-78A2-0B536A01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A98BD5-E55D-65A2-9856-984D5E31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36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713C6A-4A22-4A5D-8A1B-7D7DBF71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FEB7EF9-1BB7-B1D9-3CE4-986EB7E8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A39494-F180-AF99-818D-D21FFCF0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53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B71C4-DBBD-415F-FB91-1437FE4A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8A695D-32C4-B364-B834-F45A4D6F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C59966-544C-3797-9178-E752F2ACD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0C3094-D31D-7FCC-C61F-DA75250C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8E0E42-9205-5B6F-F27D-6D8C5E5F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C4ACD3-9000-52CD-3EDD-D801481D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33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BD689-0655-4F54-CBE4-47E50B2A4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B1FD3C-561B-E3D3-E056-0F2004D8A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DC3101-9A30-BAA2-433E-3A13C3EE7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4CA201-C322-D81A-7546-57028D9F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9F574A-9457-C802-A21A-21E14730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C6DF49-E1E2-AD99-0F4E-6F510F66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93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A3B12-A219-BE26-7210-8B0ACEE8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57EEE1-2ADF-E478-D724-0218277FA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187036-5DA4-295A-9294-C3DCC3F1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9C3629-EFB6-00BC-DCA2-9514555A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0B6389-7BD7-61BD-F7C1-136A83D5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91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9018BBF-4D15-65DB-EC38-34E3D132C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DBD1C5-584E-A8CE-87A2-908F21325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10BDDD-6EB1-0823-B67E-78C3565D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91DD2E-7EB8-B5CB-23AD-A4F4E5A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F2ABD4-AFDC-2037-94E0-78DD3A41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02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D69F569-5218-8501-42DB-E7152644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8BF0B9-F77B-D6D1-4613-8BCFD610A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15BFC8-6733-E247-5361-D36A8E55F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C5ACE-74E2-AD46-9952-294D4FF0F09F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739615-BAA9-097C-71E4-884B70BA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6C366-D0E7-0F0B-6C0F-4E47143CE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13695-9189-7C41-BE92-D4A9D4148A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7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FD70C-F114-B786-9422-CB54EC11D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600" b="1" dirty="0">
                <a:latin typeface="Franklin Gothic Medium" panose="020B0603020102020204" pitchFamily="34" charset="0"/>
              </a:rPr>
              <a:t>MODULE RENTERS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8179EF-4D01-CCC3-F72F-6B0CBF6804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Vérification &amp; Validation des documents locataires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3869D8-6821-1566-248D-98906F42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50" y="6017658"/>
            <a:ext cx="4566575" cy="868918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73F49438-F858-0E05-3850-F752D9198608}"/>
              </a:ext>
            </a:extLst>
          </p:cNvPr>
          <p:cNvSpPr txBox="1">
            <a:spLocks/>
          </p:cNvSpPr>
          <p:nvPr/>
        </p:nvSpPr>
        <p:spPr>
          <a:xfrm>
            <a:off x="4543425" y="6017659"/>
            <a:ext cx="7677152" cy="86891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MODULE RENTERS</a:t>
            </a:r>
          </a:p>
        </p:txBody>
      </p:sp>
    </p:spTree>
    <p:extLst>
      <p:ext uri="{BB962C8B-B14F-4D97-AF65-F5344CB8AC3E}">
        <p14:creationId xmlns:p14="http://schemas.microsoft.com/office/powerpoint/2010/main" val="31068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83869D8-6821-1566-248D-98906F42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50" y="6017658"/>
            <a:ext cx="4566575" cy="868918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73F49438-F858-0E05-3850-F752D9198608}"/>
              </a:ext>
            </a:extLst>
          </p:cNvPr>
          <p:cNvSpPr txBox="1">
            <a:spLocks/>
          </p:cNvSpPr>
          <p:nvPr/>
        </p:nvSpPr>
        <p:spPr>
          <a:xfrm>
            <a:off x="4543425" y="6017659"/>
            <a:ext cx="7677152" cy="86891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MODULE RENTERS</a:t>
            </a:r>
          </a:p>
        </p:txBody>
      </p:sp>
      <p:pic>
        <p:nvPicPr>
          <p:cNvPr id="1026" name="Picture 2" descr="Comment évaluer la pertinence d'une annonce immobilière ? - Actualités |  Laforêt Colombes ⇔ Laforêt Immobilier">
            <a:extLst>
              <a:ext uri="{FF2B5EF4-FFF2-40B4-BE49-F238E27FC236}">
                <a16:creationId xmlns:a16="http://schemas.microsoft.com/office/drawing/2014/main" id="{1BB6F145-AD9A-23FB-0422-344C150BD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78" y="1684061"/>
            <a:ext cx="1277971" cy="63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Leboncoin">
            <a:extLst>
              <a:ext uri="{FF2B5EF4-FFF2-40B4-BE49-F238E27FC236}">
                <a16:creationId xmlns:a16="http://schemas.microsoft.com/office/drawing/2014/main" id="{DCD2EB41-1A2C-97CD-5509-216796D2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426" y="2511168"/>
            <a:ext cx="1264120" cy="41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de l'icône">
            <a:extLst>
              <a:ext uri="{FF2B5EF4-FFF2-40B4-BE49-F238E27FC236}">
                <a16:creationId xmlns:a16="http://schemas.microsoft.com/office/drawing/2014/main" id="{7EE2478D-E425-EF21-54EE-D739F7C31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784" y="3033476"/>
            <a:ext cx="538687" cy="5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Groupe 55">
            <a:extLst>
              <a:ext uri="{FF2B5EF4-FFF2-40B4-BE49-F238E27FC236}">
                <a16:creationId xmlns:a16="http://schemas.microsoft.com/office/drawing/2014/main" id="{CDA50873-BF38-21F6-72B7-1ABC9EA726A1}"/>
              </a:ext>
            </a:extLst>
          </p:cNvPr>
          <p:cNvGrpSpPr/>
          <p:nvPr/>
        </p:nvGrpSpPr>
        <p:grpSpPr>
          <a:xfrm>
            <a:off x="2443016" y="3730683"/>
            <a:ext cx="495305" cy="157162"/>
            <a:chOff x="1271594" y="4341019"/>
            <a:chExt cx="495305" cy="157162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CFE0938-EC80-EC93-D844-D17FFAA5E101}"/>
                </a:ext>
              </a:extLst>
            </p:cNvPr>
            <p:cNvSpPr/>
            <p:nvPr/>
          </p:nvSpPr>
          <p:spPr>
            <a:xfrm>
              <a:off x="1271594" y="4341019"/>
              <a:ext cx="128588" cy="15716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DFCF08C-0CB4-B879-9CF0-9857BB448D4D}"/>
                </a:ext>
              </a:extLst>
            </p:cNvPr>
            <p:cNvSpPr/>
            <p:nvPr/>
          </p:nvSpPr>
          <p:spPr>
            <a:xfrm>
              <a:off x="1452570" y="4341019"/>
              <a:ext cx="128588" cy="15716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CDC850F-6EAD-3FE8-B685-CF8D1BDBD057}"/>
                </a:ext>
              </a:extLst>
            </p:cNvPr>
            <p:cNvSpPr/>
            <p:nvPr/>
          </p:nvSpPr>
          <p:spPr>
            <a:xfrm>
              <a:off x="1638311" y="4341019"/>
              <a:ext cx="128588" cy="15716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51" name="Groupe 1050">
            <a:extLst>
              <a:ext uri="{FF2B5EF4-FFF2-40B4-BE49-F238E27FC236}">
                <a16:creationId xmlns:a16="http://schemas.microsoft.com/office/drawing/2014/main" id="{197F2378-8D81-77C7-FCD1-D81101A5BC4D}"/>
              </a:ext>
            </a:extLst>
          </p:cNvPr>
          <p:cNvGrpSpPr/>
          <p:nvPr/>
        </p:nvGrpSpPr>
        <p:grpSpPr>
          <a:xfrm>
            <a:off x="4869294" y="669818"/>
            <a:ext cx="2414113" cy="592915"/>
            <a:chOff x="4995036" y="445521"/>
            <a:chExt cx="2414113" cy="592915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9ECB0BD2-D57A-FC71-C397-1E2714938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5036" y="462074"/>
              <a:ext cx="576362" cy="576362"/>
            </a:xfrm>
            <a:prstGeom prst="rect">
              <a:avLst/>
            </a:prstGeom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93B8EAD-7BBA-0793-99CA-742080D7D8EE}"/>
                </a:ext>
              </a:extLst>
            </p:cNvPr>
            <p:cNvSpPr txBox="1"/>
            <p:nvPr/>
          </p:nvSpPr>
          <p:spPr>
            <a:xfrm>
              <a:off x="5519737" y="522511"/>
              <a:ext cx="1356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INCOMPLET</a:t>
              </a:r>
              <a:r>
                <a:rPr lang="fr-FR" dirty="0"/>
                <a:t> </a:t>
              </a:r>
            </a:p>
          </p:txBody>
        </p:sp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895C84FE-8BB0-E017-498B-16A6A94DE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75749" y="445521"/>
              <a:ext cx="533400" cy="533400"/>
            </a:xfrm>
            <a:prstGeom prst="rect">
              <a:avLst/>
            </a:prstGeom>
          </p:spPr>
        </p:pic>
      </p:grpSp>
      <p:pic>
        <p:nvPicPr>
          <p:cNvPr id="58" name="Graphique 57">
            <a:extLst>
              <a:ext uri="{FF2B5EF4-FFF2-40B4-BE49-F238E27FC236}">
                <a16:creationId xmlns:a16="http://schemas.microsoft.com/office/drawing/2014/main" id="{6088BD84-3F47-EE95-2784-A855D7AA6F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502" y="2933262"/>
            <a:ext cx="589951" cy="547884"/>
          </a:xfrm>
          <a:prstGeom prst="rect">
            <a:avLst/>
          </a:prstGeom>
        </p:spPr>
      </p:pic>
      <p:pic>
        <p:nvPicPr>
          <p:cNvPr id="60" name="Graphique 59">
            <a:extLst>
              <a:ext uri="{FF2B5EF4-FFF2-40B4-BE49-F238E27FC236}">
                <a16:creationId xmlns:a16="http://schemas.microsoft.com/office/drawing/2014/main" id="{2EFCAB00-A28B-999D-700F-A3E81139D8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1873" y="1644813"/>
            <a:ext cx="610115" cy="566610"/>
          </a:xfrm>
          <a:prstGeom prst="rect">
            <a:avLst/>
          </a:prstGeom>
        </p:spPr>
      </p:pic>
      <p:pic>
        <p:nvPicPr>
          <p:cNvPr id="61" name="Graphique 60">
            <a:extLst>
              <a:ext uri="{FF2B5EF4-FFF2-40B4-BE49-F238E27FC236}">
                <a16:creationId xmlns:a16="http://schemas.microsoft.com/office/drawing/2014/main" id="{92C4B3F3-730F-AF58-3330-3F98B61C6D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4794" y="2305934"/>
            <a:ext cx="589951" cy="547884"/>
          </a:xfrm>
          <a:prstGeom prst="rect">
            <a:avLst/>
          </a:prstGeom>
        </p:spPr>
      </p:pic>
      <p:sp>
        <p:nvSpPr>
          <p:cNvPr id="63" name="Flèche vers la droite 62">
            <a:extLst>
              <a:ext uri="{FF2B5EF4-FFF2-40B4-BE49-F238E27FC236}">
                <a16:creationId xmlns:a16="http://schemas.microsoft.com/office/drawing/2014/main" id="{443D9E23-56BA-DD03-8378-AAAB2715936B}"/>
              </a:ext>
            </a:extLst>
          </p:cNvPr>
          <p:cNvSpPr/>
          <p:nvPr/>
        </p:nvSpPr>
        <p:spPr>
          <a:xfrm>
            <a:off x="1244675" y="2609658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4" name="Flèche vers la droite 1023">
            <a:extLst>
              <a:ext uri="{FF2B5EF4-FFF2-40B4-BE49-F238E27FC236}">
                <a16:creationId xmlns:a16="http://schemas.microsoft.com/office/drawing/2014/main" id="{A1854838-9A74-2CFC-8AB7-27B62C155ADE}"/>
              </a:ext>
            </a:extLst>
          </p:cNvPr>
          <p:cNvSpPr/>
          <p:nvPr/>
        </p:nvSpPr>
        <p:spPr>
          <a:xfrm rot="1529178">
            <a:off x="1200483" y="2981219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5" name="Flèche vers la droite 1024">
            <a:extLst>
              <a:ext uri="{FF2B5EF4-FFF2-40B4-BE49-F238E27FC236}">
                <a16:creationId xmlns:a16="http://schemas.microsoft.com/office/drawing/2014/main" id="{32C0A2C9-466F-4AB3-EF59-23E1EBCC2F0D}"/>
              </a:ext>
            </a:extLst>
          </p:cNvPr>
          <p:cNvSpPr/>
          <p:nvPr/>
        </p:nvSpPr>
        <p:spPr>
          <a:xfrm rot="19918949">
            <a:off x="1217208" y="2195698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9" name="Graphique 1028">
            <a:extLst>
              <a:ext uri="{FF2B5EF4-FFF2-40B4-BE49-F238E27FC236}">
                <a16:creationId xmlns:a16="http://schemas.microsoft.com/office/drawing/2014/main" id="{3C2755D9-EBDF-BF26-1143-D85969F31D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930859" y="2016724"/>
            <a:ext cx="483763" cy="483763"/>
          </a:xfrm>
          <a:prstGeom prst="rect">
            <a:avLst/>
          </a:prstGeom>
        </p:spPr>
      </p:pic>
      <p:pic>
        <p:nvPicPr>
          <p:cNvPr id="1031" name="Graphique 1030">
            <a:extLst>
              <a:ext uri="{FF2B5EF4-FFF2-40B4-BE49-F238E27FC236}">
                <a16:creationId xmlns:a16="http://schemas.microsoft.com/office/drawing/2014/main" id="{C94A081E-645A-9981-48ED-6E4543CC67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62112" y="2521196"/>
            <a:ext cx="452510" cy="483763"/>
          </a:xfrm>
          <a:prstGeom prst="rect">
            <a:avLst/>
          </a:prstGeom>
        </p:spPr>
      </p:pic>
      <p:pic>
        <p:nvPicPr>
          <p:cNvPr id="1032" name="Graphique 1031">
            <a:extLst>
              <a:ext uri="{FF2B5EF4-FFF2-40B4-BE49-F238E27FC236}">
                <a16:creationId xmlns:a16="http://schemas.microsoft.com/office/drawing/2014/main" id="{87D04C4C-9BFF-1686-BAFD-72D8DC120F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946485" y="2997383"/>
            <a:ext cx="483763" cy="483763"/>
          </a:xfrm>
          <a:prstGeom prst="rect">
            <a:avLst/>
          </a:prstGeom>
        </p:spPr>
      </p:pic>
      <p:sp>
        <p:nvSpPr>
          <p:cNvPr id="1033" name="ZoneTexte 1032">
            <a:extLst>
              <a:ext uri="{FF2B5EF4-FFF2-40B4-BE49-F238E27FC236}">
                <a16:creationId xmlns:a16="http://schemas.microsoft.com/office/drawing/2014/main" id="{8409930A-6AA5-7FA5-557C-46B9B9653E14}"/>
              </a:ext>
            </a:extLst>
          </p:cNvPr>
          <p:cNvSpPr txBox="1"/>
          <p:nvPr/>
        </p:nvSpPr>
        <p:spPr>
          <a:xfrm>
            <a:off x="628317" y="416796"/>
            <a:ext cx="256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CRÉATION DE L’ANNONCE</a:t>
            </a:r>
          </a:p>
        </p:txBody>
      </p:sp>
      <p:sp>
        <p:nvSpPr>
          <p:cNvPr id="1034" name="ZoneTexte 1033">
            <a:extLst>
              <a:ext uri="{FF2B5EF4-FFF2-40B4-BE49-F238E27FC236}">
                <a16:creationId xmlns:a16="http://schemas.microsoft.com/office/drawing/2014/main" id="{007B0672-BF22-BC50-E30B-C89B85614F94}"/>
              </a:ext>
            </a:extLst>
          </p:cNvPr>
          <p:cNvSpPr txBox="1"/>
          <p:nvPr/>
        </p:nvSpPr>
        <p:spPr>
          <a:xfrm>
            <a:off x="3393925" y="329745"/>
            <a:ext cx="1381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RÉPONSES</a:t>
            </a:r>
          </a:p>
          <a:p>
            <a:pPr algn="ctr"/>
            <a:r>
              <a:rPr lang="fr-FR" dirty="0"/>
              <a:t>PRÉDÉFINIES</a:t>
            </a:r>
          </a:p>
        </p:txBody>
      </p:sp>
      <p:grpSp>
        <p:nvGrpSpPr>
          <p:cNvPr id="1050" name="Groupe 1049">
            <a:extLst>
              <a:ext uri="{FF2B5EF4-FFF2-40B4-BE49-F238E27FC236}">
                <a16:creationId xmlns:a16="http://schemas.microsoft.com/office/drawing/2014/main" id="{63856256-47AF-C18A-BAE3-A8739384A84E}"/>
              </a:ext>
            </a:extLst>
          </p:cNvPr>
          <p:cNvGrpSpPr/>
          <p:nvPr/>
        </p:nvGrpSpPr>
        <p:grpSpPr>
          <a:xfrm>
            <a:off x="4899693" y="1467727"/>
            <a:ext cx="2393861" cy="596913"/>
            <a:chOff x="4941422" y="1467331"/>
            <a:chExt cx="2393861" cy="596913"/>
          </a:xfrm>
        </p:grpSpPr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F926222-CD53-8048-9B90-3A81E48A8EE1}"/>
                </a:ext>
              </a:extLst>
            </p:cNvPr>
            <p:cNvSpPr txBox="1"/>
            <p:nvPr/>
          </p:nvSpPr>
          <p:spPr>
            <a:xfrm>
              <a:off x="5426027" y="1566592"/>
              <a:ext cx="1423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CRITERES KO </a:t>
              </a:r>
            </a:p>
          </p:txBody>
        </p:sp>
        <p:pic>
          <p:nvPicPr>
            <p:cNvPr id="29" name="Graphique 28">
              <a:extLst>
                <a:ext uri="{FF2B5EF4-FFF2-40B4-BE49-F238E27FC236}">
                  <a16:creationId xmlns:a16="http://schemas.microsoft.com/office/drawing/2014/main" id="{AA7D51C1-A0A8-B05D-0225-13FD29697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01883" y="1467331"/>
              <a:ext cx="533400" cy="533400"/>
            </a:xfrm>
            <a:prstGeom prst="rect">
              <a:avLst/>
            </a:prstGeom>
          </p:spPr>
        </p:pic>
        <p:pic>
          <p:nvPicPr>
            <p:cNvPr id="1035" name="Image 1034">
              <a:extLst>
                <a:ext uri="{FF2B5EF4-FFF2-40B4-BE49-F238E27FC236}">
                  <a16:creationId xmlns:a16="http://schemas.microsoft.com/office/drawing/2014/main" id="{D47C6639-0885-4F9C-F1A4-6DD2BFC23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1422" y="1487882"/>
              <a:ext cx="576362" cy="576362"/>
            </a:xfrm>
            <a:prstGeom prst="rect">
              <a:avLst/>
            </a:prstGeom>
          </p:spPr>
        </p:pic>
      </p:grpSp>
      <p:grpSp>
        <p:nvGrpSpPr>
          <p:cNvPr id="1053" name="Groupe 1052">
            <a:extLst>
              <a:ext uri="{FF2B5EF4-FFF2-40B4-BE49-F238E27FC236}">
                <a16:creationId xmlns:a16="http://schemas.microsoft.com/office/drawing/2014/main" id="{19421F23-FD09-8439-764C-708983126C0B}"/>
              </a:ext>
            </a:extLst>
          </p:cNvPr>
          <p:cNvGrpSpPr/>
          <p:nvPr/>
        </p:nvGrpSpPr>
        <p:grpSpPr>
          <a:xfrm>
            <a:off x="4887860" y="3086153"/>
            <a:ext cx="5374248" cy="1373911"/>
            <a:chOff x="5008164" y="3520649"/>
            <a:chExt cx="5374248" cy="1373911"/>
          </a:xfrm>
        </p:grpSpPr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6A95BD52-84B3-033C-5840-3BC8F15F5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717228" y="3582227"/>
              <a:ext cx="473522" cy="473522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969462BA-BDB7-0763-44B7-D4E5B35EE8E7}"/>
                </a:ext>
              </a:extLst>
            </p:cNvPr>
            <p:cNvSpPr txBox="1"/>
            <p:nvPr/>
          </p:nvSpPr>
          <p:spPr>
            <a:xfrm>
              <a:off x="5478533" y="3593723"/>
              <a:ext cx="1434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CRITERES OK </a:t>
              </a:r>
            </a:p>
          </p:txBody>
        </p:sp>
        <p:sp>
          <p:nvSpPr>
            <p:cNvPr id="36" name="Flèche vers la droite 35">
              <a:extLst>
                <a:ext uri="{FF2B5EF4-FFF2-40B4-BE49-F238E27FC236}">
                  <a16:creationId xmlns:a16="http://schemas.microsoft.com/office/drawing/2014/main" id="{1F4A8214-B1C6-EBDF-E19B-CC6959877274}"/>
                </a:ext>
              </a:extLst>
            </p:cNvPr>
            <p:cNvSpPr/>
            <p:nvPr/>
          </p:nvSpPr>
          <p:spPr>
            <a:xfrm>
              <a:off x="7000601" y="3674560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2" name="Graphique 41">
              <a:extLst>
                <a:ext uri="{FF2B5EF4-FFF2-40B4-BE49-F238E27FC236}">
                  <a16:creationId xmlns:a16="http://schemas.microsoft.com/office/drawing/2014/main" id="{84E6C0DD-DEC2-D0FB-989A-833F3FAA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72298" y="3766893"/>
              <a:ext cx="264245" cy="264245"/>
            </a:xfrm>
            <a:prstGeom prst="rect">
              <a:avLst/>
            </a:prstGeom>
          </p:spPr>
        </p:pic>
        <p:sp>
          <p:nvSpPr>
            <p:cNvPr id="48" name="Flèche vers la droite 47">
              <a:extLst>
                <a:ext uri="{FF2B5EF4-FFF2-40B4-BE49-F238E27FC236}">
                  <a16:creationId xmlns:a16="http://schemas.microsoft.com/office/drawing/2014/main" id="{5FEB3B00-91CB-978D-C2C1-A50A431A58CD}"/>
                </a:ext>
              </a:extLst>
            </p:cNvPr>
            <p:cNvSpPr/>
            <p:nvPr/>
          </p:nvSpPr>
          <p:spPr>
            <a:xfrm>
              <a:off x="8648717" y="3662250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0" name="Graphique 49">
              <a:extLst>
                <a:ext uri="{FF2B5EF4-FFF2-40B4-BE49-F238E27FC236}">
                  <a16:creationId xmlns:a16="http://schemas.microsoft.com/office/drawing/2014/main" id="{A9FA46FC-6730-2E32-3BDF-99A482F7D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820973" y="3567181"/>
              <a:ext cx="561439" cy="561439"/>
            </a:xfrm>
            <a:prstGeom prst="rect">
              <a:avLst/>
            </a:prstGeom>
          </p:spPr>
        </p:pic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57C1B493-8A4A-E8F6-3FB7-E7947A46D430}"/>
                </a:ext>
              </a:extLst>
            </p:cNvPr>
            <p:cNvSpPr txBox="1"/>
            <p:nvPr/>
          </p:nvSpPr>
          <p:spPr>
            <a:xfrm>
              <a:off x="9283679" y="3567181"/>
              <a:ext cx="581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RDV</a:t>
              </a:r>
            </a:p>
          </p:txBody>
        </p:sp>
        <p:sp>
          <p:nvSpPr>
            <p:cNvPr id="52" name="Flèche vers la droite 51">
              <a:extLst>
                <a:ext uri="{FF2B5EF4-FFF2-40B4-BE49-F238E27FC236}">
                  <a16:creationId xmlns:a16="http://schemas.microsoft.com/office/drawing/2014/main" id="{B574CB5B-6A5D-965B-9CFB-AED8F99B1FBC}"/>
                </a:ext>
              </a:extLst>
            </p:cNvPr>
            <p:cNvSpPr/>
            <p:nvPr/>
          </p:nvSpPr>
          <p:spPr>
            <a:xfrm rot="1822621">
              <a:off x="8482928" y="4186795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Graphique 53">
              <a:extLst>
                <a:ext uri="{FF2B5EF4-FFF2-40B4-BE49-F238E27FC236}">
                  <a16:creationId xmlns:a16="http://schemas.microsoft.com/office/drawing/2014/main" id="{D454CDDD-7844-33CE-54EE-B0C9D6BF0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908990" y="4363157"/>
              <a:ext cx="473422" cy="473422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DFB92EB7-B3DC-0B4A-0225-AE4B98750A06}"/>
                </a:ext>
              </a:extLst>
            </p:cNvPr>
            <p:cNvSpPr txBox="1"/>
            <p:nvPr/>
          </p:nvSpPr>
          <p:spPr>
            <a:xfrm>
              <a:off x="8122347" y="4525228"/>
              <a:ext cx="1786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FICHE LOCATAIRE</a:t>
              </a:r>
            </a:p>
          </p:txBody>
        </p:sp>
        <p:pic>
          <p:nvPicPr>
            <p:cNvPr id="1037" name="Image 1036">
              <a:extLst>
                <a:ext uri="{FF2B5EF4-FFF2-40B4-BE49-F238E27FC236}">
                  <a16:creationId xmlns:a16="http://schemas.microsoft.com/office/drawing/2014/main" id="{7257662F-1F5D-E469-9538-B1EBD8D59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8164" y="3520649"/>
              <a:ext cx="576362" cy="576362"/>
            </a:xfrm>
            <a:prstGeom prst="rect">
              <a:avLst/>
            </a:prstGeom>
          </p:spPr>
        </p:pic>
      </p:grpSp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948A77AC-CFA9-798D-F45D-FA9729C206A0}"/>
              </a:ext>
            </a:extLst>
          </p:cNvPr>
          <p:cNvGrpSpPr/>
          <p:nvPr/>
        </p:nvGrpSpPr>
        <p:grpSpPr>
          <a:xfrm>
            <a:off x="4899693" y="2221087"/>
            <a:ext cx="5563226" cy="650935"/>
            <a:chOff x="4921633" y="2211288"/>
            <a:chExt cx="5563226" cy="650935"/>
          </a:xfrm>
        </p:grpSpPr>
        <p:pic>
          <p:nvPicPr>
            <p:cNvPr id="44" name="Graphique 43">
              <a:extLst>
                <a:ext uri="{FF2B5EF4-FFF2-40B4-BE49-F238E27FC236}">
                  <a16:creationId xmlns:a16="http://schemas.microsoft.com/office/drawing/2014/main" id="{A9102E4B-E76C-E323-C586-BB46E1901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063040" y="2493474"/>
              <a:ext cx="340895" cy="340895"/>
            </a:xfrm>
            <a:prstGeom prst="rect">
              <a:avLst/>
            </a:prstGeom>
          </p:spPr>
        </p:pic>
        <p:grpSp>
          <p:nvGrpSpPr>
            <p:cNvPr id="1052" name="Groupe 1051">
              <a:extLst>
                <a:ext uri="{FF2B5EF4-FFF2-40B4-BE49-F238E27FC236}">
                  <a16:creationId xmlns:a16="http://schemas.microsoft.com/office/drawing/2014/main" id="{AC3AF51B-0B54-FD0D-A3FA-A403EE021BB9}"/>
                </a:ext>
              </a:extLst>
            </p:cNvPr>
            <p:cNvGrpSpPr/>
            <p:nvPr/>
          </p:nvGrpSpPr>
          <p:grpSpPr>
            <a:xfrm>
              <a:off x="4921633" y="2211288"/>
              <a:ext cx="5563226" cy="650935"/>
              <a:chOff x="4965182" y="2433181"/>
              <a:chExt cx="5563226" cy="650935"/>
            </a:xfrm>
          </p:grpSpPr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47D87694-66C9-D34B-091E-10A56518882F}"/>
                  </a:ext>
                </a:extLst>
              </p:cNvPr>
              <p:cNvSpPr txBox="1"/>
              <p:nvPr/>
            </p:nvSpPr>
            <p:spPr>
              <a:xfrm>
                <a:off x="5417074" y="2587597"/>
                <a:ext cx="1434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00B050"/>
                    </a:solidFill>
                  </a:rPr>
                  <a:t>CRITERES OK </a:t>
                </a:r>
              </a:p>
            </p:txBody>
          </p:sp>
          <p:sp>
            <p:nvSpPr>
              <p:cNvPr id="30" name="Flèche vers la droite 29">
                <a:extLst>
                  <a:ext uri="{FF2B5EF4-FFF2-40B4-BE49-F238E27FC236}">
                    <a16:creationId xmlns:a16="http://schemas.microsoft.com/office/drawing/2014/main" id="{D522E01B-5A39-BDCB-913F-12FCA899FC60}"/>
                  </a:ext>
                </a:extLst>
              </p:cNvPr>
              <p:cNvSpPr/>
              <p:nvPr/>
            </p:nvSpPr>
            <p:spPr>
              <a:xfrm>
                <a:off x="6924244" y="2657843"/>
                <a:ext cx="594849" cy="184666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51BA04C9-9071-425A-2C02-D51006CF8981}"/>
                  </a:ext>
                </a:extLst>
              </p:cNvPr>
              <p:cNvSpPr txBox="1"/>
              <p:nvPr/>
            </p:nvSpPr>
            <p:spPr>
              <a:xfrm>
                <a:off x="8368034" y="2554387"/>
                <a:ext cx="9475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FALSIFIÉ</a:t>
                </a:r>
                <a:endParaRPr lang="fr-FR" dirty="0"/>
              </a:p>
            </p:txBody>
          </p:sp>
          <p:pic>
            <p:nvPicPr>
              <p:cNvPr id="46" name="Graphique 45">
                <a:extLst>
                  <a:ext uri="{FF2B5EF4-FFF2-40B4-BE49-F238E27FC236}">
                    <a16:creationId xmlns:a16="http://schemas.microsoft.com/office/drawing/2014/main" id="{0F47E659-B53F-FA84-75E2-723F32EC8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995008" y="2433181"/>
                <a:ext cx="533400" cy="533400"/>
              </a:xfrm>
              <a:prstGeom prst="rect">
                <a:avLst/>
              </a:prstGeom>
            </p:spPr>
          </p:pic>
          <p:sp>
            <p:nvSpPr>
              <p:cNvPr id="47" name="Flèche vers la droite 46">
                <a:extLst>
                  <a:ext uri="{FF2B5EF4-FFF2-40B4-BE49-F238E27FC236}">
                    <a16:creationId xmlns:a16="http://schemas.microsoft.com/office/drawing/2014/main" id="{EF39B0D8-B21C-C004-9028-6D2023A4C58E}"/>
                  </a:ext>
                </a:extLst>
              </p:cNvPr>
              <p:cNvSpPr/>
              <p:nvPr/>
            </p:nvSpPr>
            <p:spPr>
              <a:xfrm>
                <a:off x="9314141" y="2633269"/>
                <a:ext cx="594849" cy="184666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36" name="Image 1035">
                <a:extLst>
                  <a:ext uri="{FF2B5EF4-FFF2-40B4-BE49-F238E27FC236}">
                    <a16:creationId xmlns:a16="http://schemas.microsoft.com/office/drawing/2014/main" id="{9E82FBBE-CC95-2BC0-86C7-F5EB35802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5182" y="2507754"/>
                <a:ext cx="576362" cy="576362"/>
              </a:xfrm>
              <a:prstGeom prst="rect">
                <a:avLst/>
              </a:prstGeom>
            </p:spPr>
          </p:pic>
          <p:pic>
            <p:nvPicPr>
              <p:cNvPr id="1038" name="Graphique 1037">
                <a:extLst>
                  <a:ext uri="{FF2B5EF4-FFF2-40B4-BE49-F238E27FC236}">
                    <a16:creationId xmlns:a16="http://schemas.microsoft.com/office/drawing/2014/main" id="{ADB02FC5-1EE9-2F45-37A3-F816DC56B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672345" y="2507754"/>
                <a:ext cx="473522" cy="473522"/>
              </a:xfrm>
              <a:prstGeom prst="rect">
                <a:avLst/>
              </a:prstGeom>
            </p:spPr>
          </p:pic>
        </p:grpSp>
      </p:grpSp>
      <p:grpSp>
        <p:nvGrpSpPr>
          <p:cNvPr id="1055" name="Groupe 1054">
            <a:extLst>
              <a:ext uri="{FF2B5EF4-FFF2-40B4-BE49-F238E27FC236}">
                <a16:creationId xmlns:a16="http://schemas.microsoft.com/office/drawing/2014/main" id="{7A98306F-DB31-12BD-BE50-DF22EB059AA9}"/>
              </a:ext>
            </a:extLst>
          </p:cNvPr>
          <p:cNvGrpSpPr/>
          <p:nvPr/>
        </p:nvGrpSpPr>
        <p:grpSpPr>
          <a:xfrm>
            <a:off x="4919732" y="4404962"/>
            <a:ext cx="5374248" cy="1373911"/>
            <a:chOff x="5008164" y="3520649"/>
            <a:chExt cx="5374248" cy="1373911"/>
          </a:xfrm>
        </p:grpSpPr>
        <p:pic>
          <p:nvPicPr>
            <p:cNvPr id="1056" name="Graphique 1055">
              <a:extLst>
                <a:ext uri="{FF2B5EF4-FFF2-40B4-BE49-F238E27FC236}">
                  <a16:creationId xmlns:a16="http://schemas.microsoft.com/office/drawing/2014/main" id="{0E443EC7-2966-34FF-CBE1-79ED913F0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717228" y="3582227"/>
              <a:ext cx="473522" cy="473522"/>
            </a:xfrm>
            <a:prstGeom prst="rect">
              <a:avLst/>
            </a:prstGeom>
          </p:spPr>
        </p:pic>
        <p:sp>
          <p:nvSpPr>
            <p:cNvPr id="1057" name="ZoneTexte 1056">
              <a:extLst>
                <a:ext uri="{FF2B5EF4-FFF2-40B4-BE49-F238E27FC236}">
                  <a16:creationId xmlns:a16="http://schemas.microsoft.com/office/drawing/2014/main" id="{84399E2D-EEFE-AAEF-60AC-75BF3F12B1E7}"/>
                </a:ext>
              </a:extLst>
            </p:cNvPr>
            <p:cNvSpPr txBox="1"/>
            <p:nvPr/>
          </p:nvSpPr>
          <p:spPr>
            <a:xfrm>
              <a:off x="5495046" y="3553141"/>
              <a:ext cx="1434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CRITERES OK </a:t>
              </a:r>
            </a:p>
          </p:txBody>
        </p:sp>
        <p:sp>
          <p:nvSpPr>
            <p:cNvPr id="1058" name="Flèche vers la droite 1057">
              <a:extLst>
                <a:ext uri="{FF2B5EF4-FFF2-40B4-BE49-F238E27FC236}">
                  <a16:creationId xmlns:a16="http://schemas.microsoft.com/office/drawing/2014/main" id="{F9AA71E5-49F7-7C3B-C43F-71BE0985AF67}"/>
                </a:ext>
              </a:extLst>
            </p:cNvPr>
            <p:cNvSpPr/>
            <p:nvPr/>
          </p:nvSpPr>
          <p:spPr>
            <a:xfrm>
              <a:off x="7000601" y="3674560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59" name="Graphique 1058">
              <a:extLst>
                <a:ext uri="{FF2B5EF4-FFF2-40B4-BE49-F238E27FC236}">
                  <a16:creationId xmlns:a16="http://schemas.microsoft.com/office/drawing/2014/main" id="{3CE90C24-FDB2-7A6C-0FA1-FCC35D2E7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72298" y="3766893"/>
              <a:ext cx="264245" cy="264245"/>
            </a:xfrm>
            <a:prstGeom prst="rect">
              <a:avLst/>
            </a:prstGeom>
          </p:spPr>
        </p:pic>
        <p:sp>
          <p:nvSpPr>
            <p:cNvPr id="1060" name="Flèche vers la droite 1059">
              <a:extLst>
                <a:ext uri="{FF2B5EF4-FFF2-40B4-BE49-F238E27FC236}">
                  <a16:creationId xmlns:a16="http://schemas.microsoft.com/office/drawing/2014/main" id="{F87382BB-37A6-C783-224E-9E4A9AE08A59}"/>
                </a:ext>
              </a:extLst>
            </p:cNvPr>
            <p:cNvSpPr/>
            <p:nvPr/>
          </p:nvSpPr>
          <p:spPr>
            <a:xfrm>
              <a:off x="8648717" y="3662250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61" name="Graphique 1060">
              <a:extLst>
                <a:ext uri="{FF2B5EF4-FFF2-40B4-BE49-F238E27FC236}">
                  <a16:creationId xmlns:a16="http://schemas.microsoft.com/office/drawing/2014/main" id="{88D05FEC-4E70-B713-03ED-93E665B71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820973" y="3567181"/>
              <a:ext cx="561439" cy="561439"/>
            </a:xfrm>
            <a:prstGeom prst="rect">
              <a:avLst/>
            </a:prstGeom>
          </p:spPr>
        </p:pic>
        <p:sp>
          <p:nvSpPr>
            <p:cNvPr id="1062" name="ZoneTexte 1061">
              <a:extLst>
                <a:ext uri="{FF2B5EF4-FFF2-40B4-BE49-F238E27FC236}">
                  <a16:creationId xmlns:a16="http://schemas.microsoft.com/office/drawing/2014/main" id="{0F4F6B17-744D-686E-26FD-C12E5EA9CFDF}"/>
                </a:ext>
              </a:extLst>
            </p:cNvPr>
            <p:cNvSpPr txBox="1"/>
            <p:nvPr/>
          </p:nvSpPr>
          <p:spPr>
            <a:xfrm>
              <a:off x="9283679" y="3567181"/>
              <a:ext cx="581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RDV</a:t>
              </a:r>
            </a:p>
          </p:txBody>
        </p:sp>
        <p:sp>
          <p:nvSpPr>
            <p:cNvPr id="1063" name="Flèche vers la droite 1062">
              <a:extLst>
                <a:ext uri="{FF2B5EF4-FFF2-40B4-BE49-F238E27FC236}">
                  <a16:creationId xmlns:a16="http://schemas.microsoft.com/office/drawing/2014/main" id="{3BCFE4AC-3101-9CCD-CEF9-DB584B9795E9}"/>
                </a:ext>
              </a:extLst>
            </p:cNvPr>
            <p:cNvSpPr/>
            <p:nvPr/>
          </p:nvSpPr>
          <p:spPr>
            <a:xfrm rot="1822621">
              <a:off x="8482928" y="4186795"/>
              <a:ext cx="594849" cy="18466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64" name="Graphique 1063">
              <a:extLst>
                <a:ext uri="{FF2B5EF4-FFF2-40B4-BE49-F238E27FC236}">
                  <a16:creationId xmlns:a16="http://schemas.microsoft.com/office/drawing/2014/main" id="{C610E7AF-AD76-2DD7-C45E-C9452B5E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908990" y="4363157"/>
              <a:ext cx="473422" cy="473422"/>
            </a:xfrm>
            <a:prstGeom prst="rect">
              <a:avLst/>
            </a:prstGeom>
          </p:spPr>
        </p:pic>
        <p:sp>
          <p:nvSpPr>
            <p:cNvPr id="1065" name="ZoneTexte 1064">
              <a:extLst>
                <a:ext uri="{FF2B5EF4-FFF2-40B4-BE49-F238E27FC236}">
                  <a16:creationId xmlns:a16="http://schemas.microsoft.com/office/drawing/2014/main" id="{1168B000-5782-C50A-456C-57ABF1094AD1}"/>
                </a:ext>
              </a:extLst>
            </p:cNvPr>
            <p:cNvSpPr txBox="1"/>
            <p:nvPr/>
          </p:nvSpPr>
          <p:spPr>
            <a:xfrm>
              <a:off x="8122347" y="4525228"/>
              <a:ext cx="1786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50"/>
                  </a:solidFill>
                </a:rPr>
                <a:t>FICHE LOCATAIRE</a:t>
              </a:r>
            </a:p>
          </p:txBody>
        </p:sp>
        <p:pic>
          <p:nvPicPr>
            <p:cNvPr id="1066" name="Image 1065">
              <a:extLst>
                <a:ext uri="{FF2B5EF4-FFF2-40B4-BE49-F238E27FC236}">
                  <a16:creationId xmlns:a16="http://schemas.microsoft.com/office/drawing/2014/main" id="{F9E111A2-D755-402E-42A1-466FEA527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8164" y="3520649"/>
              <a:ext cx="576362" cy="576362"/>
            </a:xfrm>
            <a:prstGeom prst="rect">
              <a:avLst/>
            </a:prstGeom>
          </p:spPr>
        </p:pic>
      </p:grpSp>
      <p:sp>
        <p:nvSpPr>
          <p:cNvPr id="1067" name="Flèche vers la droite 1066">
            <a:extLst>
              <a:ext uri="{FF2B5EF4-FFF2-40B4-BE49-F238E27FC236}">
                <a16:creationId xmlns:a16="http://schemas.microsoft.com/office/drawing/2014/main" id="{32C43D78-911A-B03F-595C-CD32FAC4C184}"/>
              </a:ext>
            </a:extLst>
          </p:cNvPr>
          <p:cNvSpPr/>
          <p:nvPr/>
        </p:nvSpPr>
        <p:spPr>
          <a:xfrm>
            <a:off x="10461254" y="3207204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69" name="Graphique 1068">
            <a:extLst>
              <a:ext uri="{FF2B5EF4-FFF2-40B4-BE49-F238E27FC236}">
                <a16:creationId xmlns:a16="http://schemas.microsoft.com/office/drawing/2014/main" id="{C221E8DF-4227-98BA-A2B1-5DCE14335D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56249" y="3010517"/>
            <a:ext cx="672388" cy="672388"/>
          </a:xfrm>
          <a:prstGeom prst="rect">
            <a:avLst/>
          </a:prstGeom>
        </p:spPr>
      </p:pic>
      <p:sp>
        <p:nvSpPr>
          <p:cNvPr id="1070" name="Flèche vers la droite 1069">
            <a:extLst>
              <a:ext uri="{FF2B5EF4-FFF2-40B4-BE49-F238E27FC236}">
                <a16:creationId xmlns:a16="http://schemas.microsoft.com/office/drawing/2014/main" id="{4C47E3D5-4271-0285-4BC1-D45C8E48F44E}"/>
              </a:ext>
            </a:extLst>
          </p:cNvPr>
          <p:cNvSpPr/>
          <p:nvPr/>
        </p:nvSpPr>
        <p:spPr>
          <a:xfrm>
            <a:off x="10461253" y="4519612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72" name="Graphique 1071">
            <a:extLst>
              <a:ext uri="{FF2B5EF4-FFF2-40B4-BE49-F238E27FC236}">
                <a16:creationId xmlns:a16="http://schemas.microsoft.com/office/drawing/2014/main" id="{CC04C28A-A9EE-7795-1F7F-E55BEDA892F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1074945" y="4192778"/>
            <a:ext cx="672388" cy="672388"/>
          </a:xfrm>
          <a:prstGeom prst="rect">
            <a:avLst/>
          </a:prstGeom>
        </p:spPr>
      </p:pic>
      <p:pic>
        <p:nvPicPr>
          <p:cNvPr id="1073" name="Graphique 1072">
            <a:extLst>
              <a:ext uri="{FF2B5EF4-FFF2-40B4-BE49-F238E27FC236}">
                <a16:creationId xmlns:a16="http://schemas.microsoft.com/office/drawing/2014/main" id="{DC428699-89F4-3006-1AF1-84BB07A633C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1517781" y="4323898"/>
            <a:ext cx="672388" cy="672388"/>
          </a:xfrm>
          <a:prstGeom prst="rect">
            <a:avLst/>
          </a:prstGeom>
        </p:spPr>
      </p:pic>
      <p:sp>
        <p:nvSpPr>
          <p:cNvPr id="1074" name="Flèche vers la droite 1073">
            <a:extLst>
              <a:ext uri="{FF2B5EF4-FFF2-40B4-BE49-F238E27FC236}">
                <a16:creationId xmlns:a16="http://schemas.microsoft.com/office/drawing/2014/main" id="{789E2F00-164E-7302-33BF-787D10901C49}"/>
              </a:ext>
            </a:extLst>
          </p:cNvPr>
          <p:cNvSpPr/>
          <p:nvPr/>
        </p:nvSpPr>
        <p:spPr>
          <a:xfrm>
            <a:off x="3355080" y="2627315"/>
            <a:ext cx="59484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4468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33</Words>
  <Application>Microsoft Macintosh PowerPoint</Application>
  <PresentationFormat>Grand écran</PresentationFormat>
  <Paragraphs>17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Franklin Gothic Medium</vt:lpstr>
      <vt:lpstr>Thème Office</vt:lpstr>
      <vt:lpstr>MODULE RENTERS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RENTERS</dc:title>
  <dc:creator>Frédéric DETEZ</dc:creator>
  <cp:lastModifiedBy>Frédéric DETEZ</cp:lastModifiedBy>
  <cp:revision>9</cp:revision>
  <dcterms:created xsi:type="dcterms:W3CDTF">2025-12-03T10:34:46Z</dcterms:created>
  <dcterms:modified xsi:type="dcterms:W3CDTF">2025-12-04T13:54:14Z</dcterms:modified>
</cp:coreProperties>
</file>